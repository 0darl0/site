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1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2" r:id="rId11"/>
    <p:sldId id="290" r:id="rId12"/>
    <p:sldId id="291" r:id="rId13"/>
    <p:sldId id="295" r:id="rId14"/>
    <p:sldId id="293" r:id="rId15"/>
    <p:sldId id="294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466"/>
    <a:srgbClr val="1C3365"/>
    <a:srgbClr val="EDAB00"/>
    <a:srgbClr val="3C52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1"/>
  </p:normalViewPr>
  <p:slideViewPr>
    <p:cSldViewPr snapToGrid="0">
      <p:cViewPr>
        <p:scale>
          <a:sx n="75" d="100"/>
          <a:sy n="75" d="100"/>
        </p:scale>
        <p:origin x="1914" y="8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1663D-9A34-4121-A754-90C9B9B63590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26D97-71E6-4DC5-B460-A9ED1890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97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26D97-71E6-4DC5-B460-A9ED18901BC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219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01F9D3-E367-73A0-0E4C-76E98F3032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9FFFD-DEBD-097B-FF0C-C75EFC0FD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6108" y="3211504"/>
            <a:ext cx="6347691" cy="2387600"/>
          </a:xfrm>
        </p:spPr>
        <p:txBody>
          <a:bodyPr anchor="ctr" anchorCtr="0">
            <a:normAutofit/>
          </a:bodyPr>
          <a:lstStyle>
            <a:lvl1pPr algn="r">
              <a:defRPr sz="8000" b="1">
                <a:solidFill>
                  <a:srgbClr val="1D346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B657E7-B7A9-1420-4474-52543794F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6108" y="5661744"/>
            <a:ext cx="6347692" cy="572798"/>
          </a:xfrm>
        </p:spPr>
        <p:txBody>
          <a:bodyPr anchor="ctr" anchorCtr="0"/>
          <a:lstStyle>
            <a:lvl1pPr marL="0" indent="0" algn="r">
              <a:buNone/>
              <a:defRPr sz="2400" b="1">
                <a:solidFill>
                  <a:srgbClr val="EDAB00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9238D1-066B-4012-FF1A-FE44CF00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87F0D3-A7D4-C7FE-553B-49DB9934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E67820-7F2B-8417-5EC2-CDAC3449C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9552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94954-822D-9561-01DC-BCBA60E9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C3365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C2081-1FC9-E4D4-8C45-84731D0F7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9362DF-111B-6FB6-13D3-EDA3DCB6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A875DB-DD34-C528-0F2B-E5D8EA22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DC46DD-43CD-638F-A8F1-BA6B432B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5359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48916-30CB-9C3E-99CE-86262934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DD74E7-1E2C-EADD-B5A2-A08F5F56F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FD9B6C-4966-CC07-7DB9-C70F41F29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12A3E9-C3D6-758F-A440-CDA91AC7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B8AE18-29D2-4DA9-337E-9C1FCB75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83070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AEA99-7BEB-3FC6-19DC-605192EA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757FBD-24B3-06AC-8CD9-3230A2D77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0E52DC-0A14-E248-538A-DBB2B51B1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2EB72B-F1E5-3528-AD56-D7C16ED9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2C536D-B8BF-038B-2F80-E3EE598D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A2F650-0BD1-044A-4CB7-23F5AF4D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10669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3457F-C39F-A88B-838A-A36DF24D5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C21F91-E381-7236-B763-47F73137F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EAB22F-FEAD-B8B0-7CE4-5A6052FE6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515AB9A-5736-856A-530E-1EE897F13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B63A17-8DED-3054-D9FD-6BE8C3A12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EEF2377-A09C-DA84-6DD5-7CCFF060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5DC417-2C61-4EC2-60E1-3DC3649E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7C3D5CC-631F-AEBE-2B86-FF40B52B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3461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E7EF9-477A-AF05-FD06-3FBF71E1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01EB6D-8E5A-C3D0-D507-5D733E0A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828DA4-86B0-DC5D-4A13-B1368CCC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2B2319-F160-A790-959E-29C528FA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5326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8A27BE5-92A7-59E0-79D7-27A9F946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DD7A448-59A8-A9A7-4511-BAED3253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C9C5B3-F21E-3D2C-2118-72BE8613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6169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13C66-E352-826E-46C2-1FDCE922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27EC15-6E81-E01D-2BE8-CBA44EFB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785B22-262C-3DA8-B661-E7F1EF290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B62F59-CDB9-8B05-62F8-368EE68F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EEF042-B3D0-5D18-3F7D-3F8EB21E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A70EE9-D9E8-94BC-E043-07F2052F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77104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9DFD0-CD05-B606-65F0-1A1F77A8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FEB3BCB-FB70-B764-B5F3-4124AEA7A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EAABB8-83DC-DCE3-963B-A0174DA5F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ABC24F-EAA2-C73C-CFA9-1EC6AE0F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B52772-1DF4-20A6-B6A1-C88E8419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48AB97-4884-C948-3281-E7021688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948190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BF3D3-C18B-D8A1-C20D-73A81E31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B4004B-1589-06A8-562B-88BA75857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414D9A-9F7C-7EBE-EA1B-FAEAEACA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26C05F-521B-727F-096A-103CD808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F6DCE-BDBF-1C78-9F67-963AFB19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54603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0BF3AA3-8675-4898-8C3E-37D6E5CEF0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A10221-54FA-4B3E-19B0-08556DC8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79AA32-A76C-8C0A-DD6D-CEDF083E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E14D7-2D7C-AA1D-7A3A-5DBB58B8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3C45D1-DF8A-AB1D-162B-1F63F0CD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33022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C24473-5F8D-92DE-6A62-AB09D97C3A4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1EB7A-1448-DD1E-7A61-DBDAA456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955" y="365126"/>
            <a:ext cx="9534241" cy="512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BB5BC5-E4AD-85E3-8EFD-0F4640BAE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2D41A2-E45B-9B86-435C-129D1EC7E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773CB-8989-4262-8AF1-7E095C3A1925}" type="datetimeFigureOut">
              <a:rPr lang="ru-UA" smtClean="0"/>
              <a:t>05/06/2024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E8894B-4FCF-C666-1F06-B4ECC49D4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02C148-CF8C-12E1-CE79-FA5EB7F45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BF90B-AAEE-4B03-B2BC-2C4252B5CA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68006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C527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D6441-42E1-7247-D955-1A6CD86E4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7893" y="2206869"/>
            <a:ext cx="7772400" cy="1586013"/>
          </a:xfrm>
        </p:spPr>
        <p:txBody>
          <a:bodyPr>
            <a:noAutofit/>
          </a:bodyPr>
          <a:lstStyle/>
          <a:p>
            <a:r>
              <a:rPr lang="en-US" sz="8800" dirty="0" err="1">
                <a:latin typeface="Arial Black" panose="020B0A04020102020204" pitchFamily="34" charset="0"/>
              </a:rPr>
              <a:t>MailWorld</a:t>
            </a:r>
            <a:endParaRPr lang="ru-UA" sz="8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761C17-FC2B-8567-A219-95ADBD0B3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5969" y="4118701"/>
            <a:ext cx="5301762" cy="1540250"/>
          </a:xfrm>
        </p:spPr>
        <p:txBody>
          <a:bodyPr>
            <a:normAutofit/>
          </a:bodyPr>
          <a:lstStyle/>
          <a:p>
            <a:r>
              <a:rPr lang="ru-RU" sz="2000" dirty="0"/>
              <a:t>Подготовили презентацию  и создали проект: Усенко Никита и Егор Филатов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499431" y="6160616"/>
            <a:ext cx="2070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solidFill>
                  <a:srgbClr val="1C3365"/>
                </a:solidFill>
              </a:rPr>
              <a:t>Тамбов 2024 г.</a:t>
            </a:r>
            <a:endParaRPr lang="ru-RU" dirty="0">
              <a:solidFill>
                <a:srgbClr val="1C33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3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53125" y="312648"/>
            <a:ext cx="5505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 smtClean="0">
                <a:solidFill>
                  <a:schemeClr val="bg1"/>
                </a:solidFill>
              </a:rPr>
              <a:t>Описание:</a:t>
            </a:r>
            <a:endParaRPr lang="ru-RU" sz="7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53024" y="2114550"/>
            <a:ext cx="66198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MailWorld</a:t>
            </a:r>
            <a:r>
              <a:rPr lang="ru-RU" sz="28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это </a:t>
            </a:r>
            <a:r>
              <a:rPr lang="ru-RU" sz="2800" dirty="0">
                <a:solidFill>
                  <a:schemeClr val="bg1"/>
                </a:solidFill>
                <a:latin typeface="Bahnschrift" panose="020B0502040204020203" pitchFamily="34" charset="0"/>
              </a:rPr>
              <a:t>почта для повседневного </a:t>
            </a:r>
            <a:r>
              <a:rPr lang="ru-RU" sz="28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использования. </a:t>
            </a:r>
          </a:p>
          <a:p>
            <a:r>
              <a:rPr lang="ru-RU" sz="28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Здесь </a:t>
            </a:r>
            <a:r>
              <a:rPr lang="ru-RU" sz="2800" dirty="0">
                <a:solidFill>
                  <a:schemeClr val="bg1"/>
                </a:solidFill>
                <a:latin typeface="Bahnschrift" panose="020B0502040204020203" pitchFamily="34" charset="0"/>
              </a:rPr>
              <a:t>вы найдете все </a:t>
            </a:r>
            <a:r>
              <a:rPr lang="ru-RU" sz="28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необходимое для </a:t>
            </a:r>
            <a:r>
              <a:rPr lang="ru-RU" sz="2800" dirty="0">
                <a:solidFill>
                  <a:schemeClr val="bg1"/>
                </a:solidFill>
                <a:latin typeface="Bahnschrift" panose="020B0502040204020203" pitchFamily="34" charset="0"/>
              </a:rPr>
              <a:t>удобной и </a:t>
            </a:r>
            <a:r>
              <a:rPr lang="ru-RU" sz="28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безопасной коммуникации с </a:t>
            </a:r>
            <a:r>
              <a:rPr lang="ru-RU" sz="2800" dirty="0">
                <a:solidFill>
                  <a:schemeClr val="bg1"/>
                </a:solidFill>
                <a:latin typeface="Bahnschrift" panose="020B0502040204020203" pitchFamily="34" charset="0"/>
              </a:rPr>
              <a:t>вашими друзьями</a:t>
            </a:r>
            <a:r>
              <a:rPr lang="ru-RU" sz="28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, семьей </a:t>
            </a:r>
            <a:r>
              <a:rPr lang="ru-RU" sz="2800" dirty="0">
                <a:solidFill>
                  <a:schemeClr val="bg1"/>
                </a:solidFill>
                <a:latin typeface="Bahnschrift" panose="020B0502040204020203" pitchFamily="34" charset="0"/>
              </a:rPr>
              <a:t>и коллегами.</a:t>
            </a:r>
            <a:endParaRPr lang="ru-RU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75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62575" y="334000"/>
            <a:ext cx="55054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Технические особенности проекта:</a:t>
            </a:r>
            <a:endParaRPr lang="ru-RU" sz="199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34062" y="2800965"/>
            <a:ext cx="6619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Удобство</a:t>
            </a:r>
            <a:endParaRPr lang="ru-RU" sz="7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31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53049" y="452101"/>
            <a:ext cx="55054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Функциональные особенности:</a:t>
            </a:r>
            <a:endParaRPr lang="ru-RU" sz="199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67299" y="2714367"/>
            <a:ext cx="66198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Умение </a:t>
            </a:r>
            <a:r>
              <a:rPr lang="ru-RU" sz="4000" dirty="0">
                <a:solidFill>
                  <a:schemeClr val="bg1"/>
                </a:solidFill>
                <a:latin typeface="Bahnschrift" panose="020B0502040204020203" pitchFamily="34" charset="0"/>
              </a:rPr>
              <a:t>писать </a:t>
            </a:r>
            <a:r>
              <a:rPr lang="ru-RU" sz="4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и читать </a:t>
            </a:r>
            <a:r>
              <a:rPr lang="ru-RU" sz="4000" dirty="0">
                <a:solidFill>
                  <a:schemeClr val="bg1"/>
                </a:solidFill>
                <a:latin typeface="Bahnschrift" panose="020B0502040204020203" pitchFamily="34" charset="0"/>
              </a:rPr>
              <a:t>письма</a:t>
            </a:r>
            <a:endParaRPr lang="ru-RU" sz="5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69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95924" y="2677855"/>
            <a:ext cx="55054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0" dirty="0" smtClean="0">
                <a:solidFill>
                  <a:schemeClr val="bg1"/>
                </a:solidFill>
              </a:rPr>
              <a:t>Разработка</a:t>
            </a:r>
            <a:endParaRPr lang="ru-RU" sz="59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97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29075" y="379075"/>
            <a:ext cx="7820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1 Этап: Создание </a:t>
            </a:r>
            <a:r>
              <a:rPr lang="ru-RU" sz="4400" b="1" dirty="0" err="1">
                <a:solidFill>
                  <a:schemeClr val="bg1"/>
                </a:solidFill>
              </a:rPr>
              <a:t>репозитория</a:t>
            </a:r>
            <a:r>
              <a:rPr lang="ru-RU" sz="4400" b="1" dirty="0">
                <a:solidFill>
                  <a:schemeClr val="bg1"/>
                </a:solidFill>
              </a:rPr>
              <a:t> на </a:t>
            </a:r>
            <a:r>
              <a:rPr lang="en-US" sz="4400" b="1" dirty="0">
                <a:solidFill>
                  <a:schemeClr val="bg1"/>
                </a:solidFill>
              </a:rPr>
              <a:t>GitHub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126" y="2602706"/>
            <a:ext cx="6768373" cy="328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6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90975" y="856788"/>
            <a:ext cx="7820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chemeClr val="bg1"/>
                </a:solidFill>
              </a:rPr>
              <a:t>2 </a:t>
            </a:r>
            <a:r>
              <a:rPr lang="ru-RU" sz="4400" b="1" dirty="0">
                <a:solidFill>
                  <a:schemeClr val="bg1"/>
                </a:solidFill>
              </a:rPr>
              <a:t>Этап: </a:t>
            </a:r>
            <a:r>
              <a:rPr lang="ru-RU" sz="4400" b="1" dirty="0" smtClean="0">
                <a:solidFill>
                  <a:schemeClr val="bg1"/>
                </a:solidFill>
              </a:rPr>
              <a:t>Обдумывание идеи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13" y="2993859"/>
            <a:ext cx="6199188" cy="201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29075" y="379075"/>
            <a:ext cx="7820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chemeClr val="bg1"/>
                </a:solidFill>
              </a:rPr>
              <a:t>3 </a:t>
            </a:r>
            <a:r>
              <a:rPr lang="ru-RU" sz="4400" b="1" dirty="0">
                <a:solidFill>
                  <a:schemeClr val="bg1"/>
                </a:solidFill>
              </a:rPr>
              <a:t>Этап: </a:t>
            </a:r>
            <a:r>
              <a:rPr lang="ru-RU" sz="4400" b="1" dirty="0" smtClean="0">
                <a:solidFill>
                  <a:schemeClr val="bg1"/>
                </a:solidFill>
              </a:rPr>
              <a:t>Разработка на </a:t>
            </a:r>
            <a:r>
              <a:rPr lang="en-US" sz="4400" b="1" dirty="0" smtClean="0">
                <a:solidFill>
                  <a:schemeClr val="bg1"/>
                </a:solidFill>
              </a:rPr>
              <a:t>Flask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737" y="2140479"/>
            <a:ext cx="6870700" cy="372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1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29075" y="379075"/>
            <a:ext cx="7820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4</a:t>
            </a:r>
            <a:r>
              <a:rPr lang="ru-RU" sz="4400" b="1" dirty="0" smtClean="0">
                <a:solidFill>
                  <a:schemeClr val="bg1"/>
                </a:solidFill>
              </a:rPr>
              <a:t> </a:t>
            </a:r>
            <a:r>
              <a:rPr lang="ru-RU" sz="4400" b="1" dirty="0">
                <a:solidFill>
                  <a:schemeClr val="bg1"/>
                </a:solidFill>
              </a:rPr>
              <a:t>Этап: </a:t>
            </a:r>
            <a:r>
              <a:rPr lang="ru-RU" sz="4400" b="1" dirty="0" smtClean="0">
                <a:solidFill>
                  <a:schemeClr val="bg1"/>
                </a:solidFill>
              </a:rPr>
              <a:t>Создание </a:t>
            </a:r>
            <a:r>
              <a:rPr lang="en-US" sz="4400" b="1" dirty="0" smtClean="0">
                <a:solidFill>
                  <a:schemeClr val="bg1"/>
                </a:solidFill>
              </a:rPr>
              <a:t>html </a:t>
            </a:r>
            <a:r>
              <a:rPr lang="ru-RU" sz="4400" b="1" dirty="0" smtClean="0">
                <a:solidFill>
                  <a:schemeClr val="bg1"/>
                </a:solidFill>
              </a:rPr>
              <a:t>страниц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00" y="1940302"/>
            <a:ext cx="7264400" cy="393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6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29075" y="379075"/>
            <a:ext cx="7820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chemeClr val="bg1"/>
                </a:solidFill>
              </a:rPr>
              <a:t>5 </a:t>
            </a:r>
            <a:r>
              <a:rPr lang="ru-RU" sz="4400" b="1" dirty="0">
                <a:solidFill>
                  <a:schemeClr val="bg1"/>
                </a:solidFill>
              </a:rPr>
              <a:t>Этап: </a:t>
            </a:r>
            <a:r>
              <a:rPr lang="ru-RU" sz="4400" b="1" dirty="0" smtClean="0">
                <a:solidFill>
                  <a:schemeClr val="bg1"/>
                </a:solidFill>
              </a:rPr>
              <a:t>Создание БД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075" y="1993900"/>
            <a:ext cx="7057292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9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391775"/>
            <a:ext cx="7820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chemeClr val="bg1"/>
                </a:solidFill>
              </a:rPr>
              <a:t>6 </a:t>
            </a:r>
            <a:r>
              <a:rPr lang="ru-RU" sz="4400" b="1" dirty="0">
                <a:solidFill>
                  <a:schemeClr val="bg1"/>
                </a:solidFill>
              </a:rPr>
              <a:t>Этап: </a:t>
            </a:r>
            <a:r>
              <a:rPr lang="ru-RU" sz="4400" b="1" dirty="0" smtClean="0">
                <a:solidFill>
                  <a:schemeClr val="bg1"/>
                </a:solidFill>
              </a:rPr>
              <a:t>Добавление </a:t>
            </a:r>
            <a:r>
              <a:rPr lang="en-US" sz="4400" b="1" dirty="0" smtClean="0">
                <a:solidFill>
                  <a:schemeClr val="bg1"/>
                </a:solidFill>
              </a:rPr>
              <a:t>CSS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7588"/>
          <a:stretch/>
        </p:blipFill>
        <p:spPr>
          <a:xfrm>
            <a:off x="4895056" y="2143489"/>
            <a:ext cx="5653088" cy="371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73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391775"/>
            <a:ext cx="7820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chemeClr val="bg1"/>
                </a:solidFill>
              </a:rPr>
              <a:t>7 Этап(заключительный): Создание </a:t>
            </a:r>
            <a:r>
              <a:rPr lang="ru-RU" sz="4400" b="1" dirty="0" err="1" smtClean="0">
                <a:solidFill>
                  <a:schemeClr val="bg1"/>
                </a:solidFill>
              </a:rPr>
              <a:t>тг</a:t>
            </a:r>
            <a:r>
              <a:rPr lang="ru-RU" sz="4400" b="1" dirty="0" smtClean="0">
                <a:solidFill>
                  <a:schemeClr val="bg1"/>
                </a:solidFill>
              </a:rPr>
              <a:t> бота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2299606"/>
            <a:ext cx="6718300" cy="363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84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391775"/>
            <a:ext cx="7820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chemeClr val="bg1"/>
                </a:solidFill>
              </a:rPr>
              <a:t>Все файлы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596" y="1684993"/>
            <a:ext cx="1534008" cy="463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05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48088" y="2062302"/>
            <a:ext cx="7820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 err="1" smtClean="0">
                <a:solidFill>
                  <a:schemeClr val="bg1"/>
                </a:solidFill>
              </a:rPr>
              <a:t>Интресные</a:t>
            </a:r>
            <a:r>
              <a:rPr lang="ru-RU" sz="6000" b="1" dirty="0" smtClean="0">
                <a:solidFill>
                  <a:schemeClr val="bg1"/>
                </a:solidFill>
              </a:rPr>
              <a:t> моменты кода</a:t>
            </a:r>
            <a:endParaRPr lang="ru-RU" sz="3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971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658475"/>
            <a:ext cx="7820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chemeClr val="bg1"/>
                </a:solidFill>
              </a:rPr>
              <a:t>Регистрация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275" y="1825625"/>
            <a:ext cx="4910376" cy="450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43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658475"/>
            <a:ext cx="7820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chemeClr val="bg1"/>
                </a:solidFill>
              </a:rPr>
              <a:t>Написание письма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300" y="2086391"/>
            <a:ext cx="7683500" cy="416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83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658475"/>
            <a:ext cx="782002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chemeClr val="bg1"/>
                </a:solidFill>
              </a:rPr>
              <a:t>Единственная строчка написанная ранним </a:t>
            </a:r>
            <a:r>
              <a:rPr lang="ru-RU" sz="4400" b="1" dirty="0" err="1" smtClean="0">
                <a:solidFill>
                  <a:schemeClr val="bg1"/>
                </a:solidFill>
              </a:rPr>
              <a:t>коллаборатором</a:t>
            </a:r>
            <a:r>
              <a:rPr lang="ru-RU" sz="4400" b="1" dirty="0" smtClean="0">
                <a:solidFill>
                  <a:schemeClr val="bg1"/>
                </a:solidFill>
              </a:rPr>
              <a:t> нашего проекта</a:t>
            </a:r>
            <a:endParaRPr lang="ru-RU" sz="199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7474" t="3659" r="17662" b="81182"/>
          <a:stretch/>
        </p:blipFill>
        <p:spPr>
          <a:xfrm>
            <a:off x="3022599" y="4158456"/>
            <a:ext cx="8750301" cy="110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59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48088" y="2062302"/>
            <a:ext cx="7820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 smtClean="0">
                <a:solidFill>
                  <a:schemeClr val="bg1"/>
                </a:solidFill>
              </a:rPr>
              <a:t>Внешний вид</a:t>
            </a:r>
            <a:endParaRPr lang="ru-RU" sz="3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174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658475"/>
            <a:ext cx="78200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 smtClean="0">
                <a:solidFill>
                  <a:schemeClr val="bg1"/>
                </a:solidFill>
              </a:rPr>
              <a:t>Главная страница</a:t>
            </a:r>
            <a:endParaRPr lang="ru-RU" sz="413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00" y="2350402"/>
            <a:ext cx="6807200" cy="33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75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658475"/>
            <a:ext cx="78200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 smtClean="0">
                <a:solidFill>
                  <a:schemeClr val="bg1"/>
                </a:solidFill>
              </a:rPr>
              <a:t>Авторизация</a:t>
            </a:r>
            <a:endParaRPr lang="ru-RU" sz="413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115" y="2424946"/>
            <a:ext cx="8067497" cy="391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52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658475"/>
            <a:ext cx="78200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 smtClean="0">
                <a:solidFill>
                  <a:schemeClr val="bg1"/>
                </a:solidFill>
              </a:rPr>
              <a:t>Регистрация</a:t>
            </a:r>
            <a:endParaRPr lang="ru-RU" sz="413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342970"/>
            <a:ext cx="8026400" cy="389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4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658475"/>
            <a:ext cx="78200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 smtClean="0">
                <a:solidFill>
                  <a:schemeClr val="bg1"/>
                </a:solidFill>
              </a:rPr>
              <a:t>Основная страница</a:t>
            </a:r>
            <a:endParaRPr lang="ru-RU" sz="413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00" y="2754898"/>
            <a:ext cx="6873106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13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658475"/>
            <a:ext cx="78200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 smtClean="0">
                <a:solidFill>
                  <a:schemeClr val="bg1"/>
                </a:solidFill>
              </a:rPr>
              <a:t>Написание письма</a:t>
            </a:r>
            <a:endParaRPr lang="ru-RU" sz="413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700" y="2404359"/>
            <a:ext cx="8318500" cy="403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1588" y="658475"/>
            <a:ext cx="78200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 smtClean="0">
                <a:solidFill>
                  <a:schemeClr val="bg1"/>
                </a:solidFill>
              </a:rPr>
              <a:t>Настройки</a:t>
            </a:r>
            <a:endParaRPr lang="ru-RU" sz="413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2290722"/>
            <a:ext cx="8382000" cy="406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2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75" y="0"/>
            <a:ext cx="12715875" cy="707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327400" y="717629"/>
            <a:ext cx="85455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</a:rPr>
              <a:t>Что можно улучшить?</a:t>
            </a:r>
            <a:endParaRPr lang="ru-RU" sz="413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84042" y="2543254"/>
            <a:ext cx="8029314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400" dirty="0" smtClean="0">
                <a:solidFill>
                  <a:schemeClr val="bg1"/>
                </a:solidFill>
              </a:rPr>
              <a:t>Удаление писем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400" dirty="0" smtClean="0">
                <a:solidFill>
                  <a:schemeClr val="bg1"/>
                </a:solidFill>
              </a:rPr>
              <a:t>Выкладывание проекта в сеть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400" dirty="0" smtClean="0">
                <a:solidFill>
                  <a:schemeClr val="bg1"/>
                </a:solidFill>
              </a:rPr>
              <a:t>Новые функции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400" dirty="0" smtClean="0">
                <a:solidFill>
                  <a:schemeClr val="bg1"/>
                </a:solidFill>
              </a:rPr>
              <a:t>Просмотр отправленных писем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400" dirty="0" smtClean="0">
                <a:solidFill>
                  <a:schemeClr val="bg1"/>
                </a:solidFill>
              </a:rPr>
              <a:t>Оптимизация кода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928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2" descr="https://damion.club/uploads/posts/2022-09/1663866853_6-damion-club-p-fon-dlya-prezentatsii-programmirovanie-obo-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19175" y="-812390"/>
            <a:ext cx="14513536" cy="793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327581" y="1755771"/>
            <a:ext cx="782002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800" b="1" dirty="0">
                <a:solidFill>
                  <a:schemeClr val="bg1"/>
                </a:solidFill>
              </a:rPr>
              <a:t>Спасибо за внимание!</a:t>
            </a:r>
            <a:endParaRPr lang="ru-RU" sz="7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606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145</Words>
  <Application>Microsoft Office PowerPoint</Application>
  <PresentationFormat>Широкоэкранный</PresentationFormat>
  <Paragraphs>38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Arial Black</vt:lpstr>
      <vt:lpstr>Bahnschrift</vt:lpstr>
      <vt:lpstr>Calibri</vt:lpstr>
      <vt:lpstr>Calibri Light</vt:lpstr>
      <vt:lpstr>Тема Office</vt:lpstr>
      <vt:lpstr>MailWorld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Марина Маркасьян</dc:creator>
  <cp:lastModifiedBy>Никитос</cp:lastModifiedBy>
  <cp:revision>57</cp:revision>
  <dcterms:created xsi:type="dcterms:W3CDTF">2023-02-18T08:30:46Z</dcterms:created>
  <dcterms:modified xsi:type="dcterms:W3CDTF">2024-05-06T18:21:47Z</dcterms:modified>
</cp:coreProperties>
</file>